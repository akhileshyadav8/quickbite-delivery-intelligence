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87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784080" y="-640080"/>
            <a:ext cx="2926080" cy="29260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5120640"/>
            <a:ext cx="2560320" cy="256032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822960" y="4754880"/>
            <a:ext cx="2743200" cy="2743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QuickBite Delivery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End-to-end data analytics project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Project focus: data cleaning, EDA, SQL insights, Folium map, Plotly dashboard, and classification for late delivery prediction.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24688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Dataset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3,200 orders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749039"/>
            <a:ext cx="24688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Cities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6 Indian cities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749039"/>
            <a:ext cx="24688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Model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Random Forest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3749039"/>
            <a:ext cx="2468880" cy="1005840"/>
          </a:xfrm>
          <a:prstGeom prst="round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Accuracy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88.5%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60120"/>
            <a:ext cx="27432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Volume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3,200 orders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960120"/>
            <a:ext cx="27432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Revenue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INR 9.28L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960120"/>
            <a:ext cx="27432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Best city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Mumbai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81160" y="96012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Risk zone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Surat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Traffic and weather are the strongest operational drivers of delay.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Mumbai leads in revenue and has the lowest late-delivery rate.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Surat and Pune need tighter SLA control and better routing.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The classifier reaches 0.885 accuracy and 0.962 ROC-AUC.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</a:rPr>
              <a:t>Key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74320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Cleaned dataset with geospatial fields and delivery KPIs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EDA visuals for demand, value, rating, and lateness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SQL-based business questions and answer tables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Folium map and Plotly dashboard preview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Late-delivery classification with feature importance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Problem statement and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Business problem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Operations teams need to know where, when, and why delivery delays happen.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91440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Objective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Turn raw order data into decisions that improve SLA, routing, and customer satisfaction.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Track demand, revenue, and lateness across cities and time windows.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Use SQL to answer repeatable business questions fast.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Visualize city hotspots and traffic pressure on a map.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Build a classification model to predict late orders early.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743200"/>
            <a:ext cx="5120640" cy="2011680"/>
          </a:xfrm>
          <a:prstGeom prst="round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Success metrics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Faster decisions, fewer late orders, and a usable analytics workflow.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Collection and Wrangling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How the dataset was prepared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3774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Collect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Synthetic order records were generated with city, time, location, and service fields.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188720"/>
            <a:ext cx="23774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Validate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Missing values, duplicates, and impossible values were checked and removed.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188720"/>
            <a:ext cx="23774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Transform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Date fields, ratings, lateness label, and categorical encodings were standardized.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1188720"/>
            <a:ext cx="23774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Store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Final data was saved as CSV and loaded into SQLite for SQL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</a:rPr>
              <a:t>Cleaning rules applied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Clipped negative values and outliers in price, distance, and delivery time.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Derived order_hour, weekday, weekend, and late_delivery features.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Unified city names and categorical labels for analysis and modeling.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Created lat/lon coordinates for map-based visualization.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and Interactive Visual Analytics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Exploration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26517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1. Question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What drives delay and revenue?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097280"/>
            <a:ext cx="26517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2. Segment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By city, traffic, weather, and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26517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3. Visualize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Bars, lines, scatter, heatmaps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89720" y="1097280"/>
            <a:ext cx="24231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4. Act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Find fixes for SLA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5669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EDA was used to spot patterns before modeling.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Interactive views were planned for city and zone-level filtering.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Charts were designed to answer one question per slide.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The output is easy to present and easy to extend.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743200"/>
            <a:ext cx="4846320" cy="2103120"/>
          </a:xfrm>
          <a:prstGeom prst="roundRect">
            <a:avLst/>
          </a:prstGeom>
          <a:solidFill>
            <a:srgbClr val="ECFDF5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Tools used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Pandas, Matplotlib, Seaborn, SQLite, Folium, Plotly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Results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Order volume by city</a:t>
            </a:r>
          </a:p>
        </p:txBody>
      </p:sp>
      <p:pic>
        <p:nvPicPr>
          <p:cNvPr id="5" name="Picture 4" descr="eda_orders_by_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58368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06640" y="1280160"/>
            <a:ext cx="4114800" cy="914400"/>
          </a:xfrm>
          <a:prstGeom prst="round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Top city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Mumbai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2377440"/>
            <a:ext cx="4114800" cy="914400"/>
          </a:xfrm>
          <a:prstGeom prst="round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Lowest volume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Surat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566160"/>
            <a:ext cx="4297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Demand is concentrated in Mumbai, Delhi NCR, and Bengaluru.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Smaller cities can be targeted with local promos.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Results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Delivery time rises with traffic</a:t>
            </a:r>
          </a:p>
        </p:txBody>
      </p:sp>
      <p:pic>
        <p:nvPicPr>
          <p:cNvPr id="5" name="Picture 4" descr="eda_delivery_by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58368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28016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Low traffic averages about 43.4 minutes.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Very high traffic crosses 66 minutes.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Traffic control is the fastest lever for improvement.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3931920"/>
            <a:ext cx="4206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Operational takeaway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Traffic-aware routing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Results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Hourly demand pattern</a:t>
            </a:r>
          </a:p>
        </p:txBody>
      </p:sp>
      <p:pic>
        <p:nvPicPr>
          <p:cNvPr id="5" name="Picture 4" descr="eda_hourly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58368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28016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Orders peak around lunch and dinner hours.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Late-night demand is low and more variable.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Driver staffing should be shifted to the 12-14 and 19-21 windows.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4023360"/>
            <a:ext cx="4206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Peak hours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12-14 and 19-21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Results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Order value distribution</a:t>
            </a:r>
          </a:p>
        </p:txBody>
      </p:sp>
      <p:pic>
        <p:nvPicPr>
          <p:cNvPr id="5" name="Picture 4" descr="eda_order_valu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58368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28016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Most baskets cluster around mid-range ticket sizes.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A small premium tail lifts revenue but also prep time.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Cross-sell bundles can raise average order value.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4023360"/>
            <a:ext cx="4206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Revenue insight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Mid-range dominates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Results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Customer rating falls as delivery time increases</a:t>
            </a:r>
          </a:p>
        </p:txBody>
      </p:sp>
      <p:pic>
        <p:nvPicPr>
          <p:cNvPr id="5" name="Picture 4" descr="eda_rating_vs_deli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58368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28016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The scatter trends downward as delivery time grows.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Slow deliveries hurt ratings even when food quality is stable.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Delay control is also a customer experience strategy.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4023360"/>
            <a:ext cx="4206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Risk signal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Long waits = lower ratings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Results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Late delivery spikes in bad weather</a:t>
            </a:r>
          </a:p>
        </p:txBody>
      </p:sp>
      <p:pic>
        <p:nvPicPr>
          <p:cNvPr id="5" name="Picture 4" descr="eda_late_by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58368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28016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Storms are the worst condition for SLA breach.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Rain also raises lateness, but less severely.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Weather alerts should trigger routing buffers.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4023360"/>
            <a:ext cx="4206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Best condition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Clear weather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with SQL Results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Revenue ranking by city</a:t>
            </a:r>
          </a:p>
        </p:txBody>
      </p:sp>
      <p:pic>
        <p:nvPicPr>
          <p:cNvPr id="5" name="Picture 4" descr="sql_revenue_by_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486400" cy="4206240"/>
          </a:xfrm>
          <a:prstGeom prst="rect">
            <a:avLst/>
          </a:prstGeom>
        </p:spPr>
      </p:pic>
      <p:pic>
        <p:nvPicPr>
          <p:cNvPr id="6" name="Picture 5" descr="sql_city_revenue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0352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3977639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Mumbai produces the highest revenue.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Surat contributes the least revenue and also needs demand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with SQL Results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Cuisine performance</a:t>
            </a:r>
          </a:p>
        </p:txBody>
      </p:sp>
      <p:pic>
        <p:nvPicPr>
          <p:cNvPr id="5" name="Picture 4" descr="sql_orders_by_cuis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486400" cy="4206240"/>
          </a:xfrm>
          <a:prstGeom prst="rect">
            <a:avLst/>
          </a:prstGeom>
        </p:spPr>
      </p:pic>
      <p:pic>
        <p:nvPicPr>
          <p:cNvPr id="6" name="Picture 5" descr="sql_cuisine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0352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429768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Indian and Chinese cuisines drive the biggest volume.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Biryani gives strong revenue with solid ratings.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with SQL Results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Hourly peaks and operational timing</a:t>
            </a:r>
          </a:p>
        </p:txBody>
      </p:sp>
      <p:pic>
        <p:nvPicPr>
          <p:cNvPr id="5" name="Picture 4" descr="eda_hourly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76072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280160"/>
            <a:ext cx="45720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Top order hours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12-14 and 19-21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37744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Lunch and dinner are the two demand spikes.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Mid-morning and late-night windows are much lighter.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Staffing should scale around these peaks.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with SQL Results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Traffic vs SLA table</a:t>
            </a:r>
          </a:p>
        </p:txBody>
      </p:sp>
      <p:pic>
        <p:nvPicPr>
          <p:cNvPr id="5" name="Picture 4" descr="sql_traffic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5120640" cy="2743200"/>
          </a:xfrm>
          <a:prstGeom prst="rect">
            <a:avLst/>
          </a:prstGeom>
        </p:spPr>
      </p:pic>
      <p:pic>
        <p:nvPicPr>
          <p:cNvPr id="6" name="Picture 5" descr="sql_avg_delivery_by_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486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4348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Average delivery time jumps sharply when traffic moves from Medium to Very High.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This is the clearest sign that routing and batching need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EDA with SQL Results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City and weather risk matrix</a:t>
            </a:r>
          </a:p>
        </p:txBody>
      </p:sp>
      <p:pic>
        <p:nvPicPr>
          <p:cNvPr id="5" name="Picture 4" descr="sql_city_weather_heatma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7665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371600"/>
            <a:ext cx="3749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Surat and Pune show the sharpest weather-linked lateness.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Mumbai is comparatively resilient in every weather class.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This matrix helps set city-specific buffer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206240"/>
            <a:ext cx="3749039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Best practice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Use city buffers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Interactive Map with Folium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Geospatial delivery hotspots</a:t>
            </a:r>
          </a:p>
        </p:txBody>
      </p:sp>
      <p:pic>
        <p:nvPicPr>
          <p:cNvPr id="5" name="Picture 4" descr="map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713232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3258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Hotspots cluster around major city centers.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Late orders are denser in longer-route zones.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The interactive Folium HTML is included in the project folder.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4160520"/>
            <a:ext cx="3657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Map insight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City hotspots are visible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Plotly Dashboard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Operational snapshot</a:t>
            </a:r>
          </a:p>
        </p:txBody>
      </p:sp>
      <p:pic>
        <p:nvPicPr>
          <p:cNvPr id="5" name="Picture 4" descr="dashboar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111556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Predictive Analysis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Late delivery classification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2743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Target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late_delivery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005840"/>
            <a:ext cx="2743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Model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Random Forest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05840"/>
            <a:ext cx="27432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Split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78 /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1005840"/>
            <a:ext cx="23317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Encoding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One-hot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346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City, restaurant type, cuisine, channel, payment, traffic, weather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Order hour, distance, prep time, order value, weekend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468880"/>
            <a:ext cx="4846320" cy="2103120"/>
          </a:xfrm>
          <a:prstGeom prst="round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Why this model works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It handles mixed data types well and captures non-linear delay patterns.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Predictive Classification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How well the model works</a:t>
            </a:r>
          </a:p>
        </p:txBody>
      </p:sp>
      <p:pic>
        <p:nvPicPr>
          <p:cNvPr id="5" name="Picture 4" descr="clf_metric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4389120" cy="2377440"/>
          </a:xfrm>
          <a:prstGeom prst="rect">
            <a:avLst/>
          </a:prstGeom>
        </p:spPr>
      </p:pic>
      <p:pic>
        <p:nvPicPr>
          <p:cNvPr id="6" name="Picture 5" descr="clf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097280"/>
            <a:ext cx="3566160" cy="2834640"/>
          </a:xfrm>
          <a:prstGeom prst="rect">
            <a:avLst/>
          </a:prstGeom>
        </p:spPr>
      </p:pic>
      <p:pic>
        <p:nvPicPr>
          <p:cNvPr id="7" name="Picture 6" descr="clf_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1097280"/>
            <a:ext cx="288036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977639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Distance and prep time are the dominant predictors.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Traffic and storm conditions push the model toward late delivery.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The model is strong enough to support early warning flags.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Creativity and Innovative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Beyond the template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3566160" cy="14630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1. SLA scorecards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Show city-level lateness daily so managers can react fast.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097280"/>
            <a:ext cx="3566160" cy="14630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2. Weather triggers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Add automatic buffers when rain or storms appear.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097280"/>
            <a:ext cx="3566160" cy="14630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3. Zone balancing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Shift drivers to hotspots before the late-order spike.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Build a simple SLA alert rule: if traffic is High and weather is Rain, escalate the order.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Prioritize late-risk cities first, not just the biggest cities.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Use the map and dashboard together to move from insight to 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3716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2E8F0"/>
                </a:solidFill>
              </a:rPr>
              <a:t>Final takeaway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10972800" cy="1371600"/>
          </a:xfrm>
          <a:prstGeom prst="round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101600" rtlCol="0" anchor="ctr"/>
          <a:lstStyle/>
          <a:p>
            <a:pPr algn="ctr"/>
            <a:r>
              <a:rPr sz="1200" b="1">
                <a:solidFill>
                  <a:srgbClr val="475569"/>
                </a:solidFill>
              </a:rPr>
              <a:t>What the project shows</a:t>
            </a:r>
          </a:p>
          <a:p>
            <a:pPr algn="ctr"/>
            <a:r>
              <a:rPr sz="2000" b="1">
                <a:solidFill>
                  <a:srgbClr val="0F172A"/>
                </a:solidFill>
              </a:rPr>
              <a:t>The workflow connects data cleaning, EDA, SQL, mapping, dashboarding, and classification into one 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Operations should focus on traffic, weather, and route distance first.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Mumbai is the most stable city; Surat is the most vulnerable.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The predictive model can be used as an early warning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</a:rPr>
              <a:t>Next step: replace the synthetic dataset with your real project data and keep the same presentation 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1198</Words>
  <Application>Microsoft Office PowerPoint</Application>
  <PresentationFormat>Widescreen</PresentationFormat>
  <Paragraphs>213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Akhilesh Yadav</cp:lastModifiedBy>
  <cp:revision>2</cp:revision>
  <dcterms:created xsi:type="dcterms:W3CDTF">2013-01-27T09:14:16Z</dcterms:created>
  <dcterms:modified xsi:type="dcterms:W3CDTF">2026-06-17T19:47:53Z</dcterms:modified>
  <cp:category/>
</cp:coreProperties>
</file>